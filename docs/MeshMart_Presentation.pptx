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8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Service Mesh &amp; Observability</a:t>
            </a:r>
            <a:br/>
            <a:r>
              <a:t>for Microservices</a:t>
            </a:r>
          </a:p>
          <a:p>
            <a:pPr algn="ctr">
              <a:spcAft>
                <a:spcPts val="1400"/>
              </a:spcAft>
              <a:defRPr sz="1800">
                <a:solidFill>
                  <a:srgbClr val="C084FC"/>
                </a:solidFill>
                <a:latin typeface="Segoe UI"/>
              </a:defRPr>
            </a:pPr>
            <a:r>
              <a:t>MeshMart: Resiliency, Traffic Control, and Telemetry in a Kubernetes Cluster</a:t>
            </a:r>
          </a:p>
          <a:p>
            <a:pPr algn="ctr">
              <a:defRPr sz="1200">
                <a:solidFill>
                  <a:srgbClr val="E2E8F0"/>
                </a:solidFill>
                <a:latin typeface="Segoe UI"/>
              </a:defRPr>
            </a:pPr>
            <a:r>
              <a:t>Distributed Systems Course Project |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Monolith to Microservices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Dynamic Business Split: Monolith decomposition creates isolated scaling domains but introduces network dependencies.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Network Boundary Failures: Internal function calls are replaced by HTTP network hops that can lag, drop, or fail.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Operational Blindspots: Difficult to trace request latency or isolate failure locations across many backend microservices.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Code Clutter: Implementing retry, timeout, and circuit breaker logic in business code leads to duplication and complexity.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Infrastructure Solution: Moving communication policies to the platform layer keeps service microservices clean.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MeshMart Scope &amp; Service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frontend: Nginx container serving the storefront web UI and proxying endpoints.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product-service: FastAPI app managing database catalog, reviews, and stock locks.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order-service: FastAPI app acting as the transactional Saga orchestrator and transaction logger.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payment-service: FastAPI app simulating bank approvals, declines, and processor delays.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notification-service: FastAPI app simulating SMS or email alerts to consumers post-checkout.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API Endpoints &amp; Service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GET /products ➔ Returns catalog products list.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POST /products/{id}/reviews ➔ Submits customer review details.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POST /orders ➔ Initiates order checklist flow (supports Idempotency-Key headers).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POST /inventory/reserve ➔ Locks product inventory in database.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POST /inventory/commit ➔ Confirms permanent inventory decrement on payment success.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POST /payments ➔ Simulates transaction billing.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POST /notifications ➔ Sends alert result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Ingress Gateway: Public traffic enters via the Istio Ingress Gateway and maps routes by URL path.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Envoy Interception: Each application container is paired with an Envoy sidecar proxy (istio-proxy) injected in the meshmart namespace.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Control Plane (istiod): Translates high-level YAML policies into xDS config updates for proxies.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Observability Pipeline: Sidecar Envoy proxies automatically collect and emit performance telemetry to metrics stores.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Network Interception: How Envoy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iptables Redirection: All traffic entering or leaving a pod is transparently redirected to local Envoy proxies.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Inbound Traffic: Ingress calls are intercepted by Envoy, checked for security policies, and forwarded via localhost.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Outbound Traffic: App outbound calls are intercepted by Envoy to apply timeouts, retries, and trace headers.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Zero App Intrusion: FastAPI applications operate without modifying code to interact with network rules.</a:t>
            </a:r>
          </a:p>
        </p:txBody>
      </p:sp>
      <p:pic>
        <p:nvPicPr>
          <p:cNvPr id="5" name="Picture 4" descr="envoy_sidecar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Distributed Transactions (Saga Pattern)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Isolation Limits: Traditional database locks cannot span network boundaries safely in microservices.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Saga Orchestration: order-service manages the checkout steps sequentially.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Eventual Consistency: Each microservice processes its local transaction and reports state back.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Dynamic Rollback: If payment declines, the orchestrator triggers compensation calls to rollback stock.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Saga Transaction Success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Check Idempotency: Checks database key to prevent double checkout processing.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Step 1 (Reserve): order-service requests /inventory/reserve to lock catalog stock.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Step 2 (Billing): order-service queries payment-service (/payments).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Step 3 (Commit): On payment success, order-service calls /inventory/commit to complete stock reduction.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Step 4 (Alert): order-service notifies user via notification-service.</a:t>
            </a:r>
          </a:p>
        </p:txBody>
      </p:sp>
      <p:pic>
        <p:nvPicPr>
          <p:cNvPr id="5" name="Picture 4" descr="saga_checkou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Saga Rollback &amp; Stock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Problem: Stock lock succeeded, but credit card transaction failed or timed out.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Inconsistent State: Products cannot remain locked if payment failed.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Step 1 (Release): order-service catches payment failure and calls /inventory/release.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Step 2 (Restore): product-service restores in-memory stock values.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Result: Avoids database drift or stock locking issues during billing failures.</a:t>
            </a:r>
          </a:p>
        </p:txBody>
      </p:sp>
      <p:pic>
        <p:nvPicPr>
          <p:cNvPr id="5" name="Picture 4" descr="saga_checkou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Idempotency Key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Network Disconnection Risk: A client billing request succeeds, but connection drops before response is received.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The Double Click Problem: Users click 'Checkout' twice, executing duplicate payments.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Idempotency Cache: order-service caches Idempotency-Key headers with responses.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Fingerprint Verification: Verifies order contents match the original payload.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Conflict handling: Returns active processing errors (409) or cached order logs immediately.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Ingress Path-Based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Gateway Configuration: Single public host/port receives external client calls.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Path Prefixes (virtual-service): Matches endpoints to backend services.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Route mappings: / ➔ frontend, /products ➔ product-service, /orders ➔ order-service.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Decoupled Architecture: Public URLs are clean and decoupled from target cluster 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Resilience: Timeouts &amp; Retries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Timeouts: Aborts lagging calls at proxy levels (orders: 8s, product: 4s, payments: 3s).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Protects thread pools: Prevent slow downstream dependencies from locking server queues.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Retries: 2 retry attempts configured in VirtualServices.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Transient Failures: Envoy transparently handles socket glitches before reporting errors to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Chaos Engineering: Fault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Testing resilience: Injecting failures into live staging environments without changing code.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Istio Fault policy: Configured in payment-fault-injection.yaml.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Settings: 30% of requests to payment-service receive a 2-second delay.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Validation: Confirms order-service handles timeout limits gracefully.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DestinationRules: Connection Pools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Traffic Policy Settings: Caps max TCP/HTTP connection resources in destination-rule.yaml.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Port Protection: Prevents microservices from crash failures during high traffic surges.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Configured Limits: payment-service: 20 max connections, product-service: 50, order-service: 100.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Client queueing: Envoy queues overflow requests until downstream resources clear.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Outlier Detection (Circuit Breaking)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Self-Healing Mesh: Monitors and ejects bad replica pods automatically.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Trigger settings: 3 consecutive 5xx errors in a 10s interval.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Ejection Rule: Bypasses the bad pod for 30 seconds, forwarding traffic to healthy replicas.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Cascade Protection: Stops failing nodes from crashing other dependencies.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Observability &amp; Telemetry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Prometheus Scraper: Gathers HTTP request metrics directly from sidecars every 15s.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Jaeger Collector: Receives span spans to trace requests across microservice hops.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Kiali Graph: Consumes metrics and configs to draw a live dependency graph.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Grafana: Queries metrics and displays dashboards (Latency percentiles, Traffic, Error Rates).</a:t>
            </a:r>
          </a:p>
        </p:txBody>
      </p:sp>
      <p:pic>
        <p:nvPicPr>
          <p:cNvPr id="5" name="Picture 4" descr="observability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Outage Diagnostics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Step 1 (Alert): Grafana dashboards show a spike in p90 response latencies.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Step 2 (Isolate): Kiali mesh graph highlights the failing service edge in red.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Step 3 (Pinpoint): Jaeger tracing isolates the exact slow/failed downstream span.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Step 4 (Inspect): Query application logs with the request_id to find trace details.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Evidence-based: Diagnostics are backed by actual telemetry graphs.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Workload Scaling &amp;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Resource Profiles: Pod configurations enforce CPU/Memory limits to prevent starvations.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Horizontal Pod Autoscaler (HPA): Spawns replica pods dynamically based on CPU request loads.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Pod Disruption Budget (PDB): Guarantees at least 1 active pod during cluster maintenance.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- Stress Testing: Ran k6 load scripts to trace HPA performance under load.</a:t>
            </a:r>
          </a:p>
        </p:txBody>
      </p:sp>
      <p:pic>
        <p:nvPicPr>
          <p:cNvPr id="5" name="Picture 4" descr="traffic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422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Limitations &amp; 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Persistent Database Integration: Migrate current in-memory lists to PostgreSQL instances.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Shared Idempotency Cache: Migrate local dict stores to a shared Redis cluster.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Zero-Trust Security: Enable strict mutual TLS (mTLS) policies and authorization header tokens.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Automated Alerting: Define Prometheus alert rules with PagerDuty webhook destinations.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Key Technical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Separation of Concerns: Communication policies are managed by Istio, keeping code lightweight.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Actionable Telemetry: Combining metrics, traces, and logs is mandatory for operating microservices.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Resilient Transactions: Distributed systems must adopt Saga rollbacks and idempotency guards.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E2E8F0"/>
                </a:solidFill>
                <a:latin typeface="Segoe UI"/>
              </a:defRPr>
            </a:pPr>
            <a:r>
              <a:t>- Operation Mindset: MeshMart demonstrates how modern services are observed, secured, and scaled.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